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4" r:id="rId1"/>
  </p:sldMasterIdLst>
  <p:sldIdLst>
    <p:sldId id="256" r:id="rId2"/>
    <p:sldId id="257" r:id="rId3"/>
    <p:sldId id="266" r:id="rId4"/>
    <p:sldId id="262" r:id="rId5"/>
    <p:sldId id="261" r:id="rId6"/>
    <p:sldId id="258" r:id="rId7"/>
    <p:sldId id="264" r:id="rId8"/>
    <p:sldId id="265" r:id="rId9"/>
    <p:sldId id="259" r:id="rId10"/>
    <p:sldId id="263" r:id="rId11"/>
    <p:sldId id="260" r:id="rId12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000AF"/>
    <a:srgbClr val="FF0066"/>
    <a:srgbClr val="00E8FC"/>
    <a:srgbClr val="FFC403"/>
    <a:srgbClr val="2DFB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303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84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6D8D216-0086-4622-8D57-4E678F7E4C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2FFEE03-3D61-45B2-A90B-FD42990BBF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B3B767F-66F4-48AD-8644-8707ABA485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C690EA-CEC0-4A91-B642-429A4B352294}" type="datetimeFigureOut">
              <a:rPr lang="es-MX" smtClean="0"/>
              <a:t>03/02/2026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4EA55FC-2411-4C37-B582-9097E64F8D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9FB90D4-BD83-4FB3-8E63-7C9311B50A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EE24F-8355-4062-BC60-A7D16B04C98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1019053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30E8392-E1F5-4C9B-8D62-00D3FD8D98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D61544D-91B3-4683-9DF9-1897B25539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D216375-5400-4BB3-B499-D68BC3AD4F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C690EA-CEC0-4A91-B642-429A4B352294}" type="datetimeFigureOut">
              <a:rPr lang="es-MX" smtClean="0"/>
              <a:t>03/02/2026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C048618-C725-452D-B8CD-14A3DCA396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C0EED25-DC9F-415D-8369-50D9A93CE8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EE24F-8355-4062-BC60-A7D16B04C98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9469745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E811827-E244-4062-AEBE-7006574BDC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CDE8936-E0BF-48D7-ABB5-B3354DC665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DDC8924-871F-4470-8C37-4994E9A5E1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C690EA-CEC0-4A91-B642-429A4B352294}" type="datetimeFigureOut">
              <a:rPr lang="es-MX" smtClean="0"/>
              <a:t>03/02/2026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567B33D-AD85-418F-B8E1-610066337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6280C48-C4D6-42CC-9476-C480D7470F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EE24F-8355-4062-BC60-A7D16B04C98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1285861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E160472-BB8A-4561-953D-C911B23325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5D0B307-B5DB-48EF-A972-33BD9E85EE4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EF4EABF-31CE-4BE7-B839-3C5374D8F3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4BC165A-7347-4E8D-8EE9-18B863DB87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C690EA-CEC0-4A91-B642-429A4B352294}" type="datetimeFigureOut">
              <a:rPr lang="es-MX" smtClean="0"/>
              <a:t>03/02/2026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40AE7F1-4BAD-4711-B7A3-1D1C880DF9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26043EA-F386-40CB-B87E-FCC49B8193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EE24F-8355-4062-BC60-A7D16B04C98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7182949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C855B79-9019-47CE-81BF-BF4913539C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C02B2AA-CC73-4B39-8798-CA2A0CB78E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1705F4E9-E1BE-4237-AF90-B00784344B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4A2D30E2-0339-44FA-B4F5-52A0D5E2BDD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8D9D8CB2-3BBF-41CB-AAB3-CB4768BF89B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3A8B110E-A45E-4537-99C9-9CDCAA2061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C690EA-CEC0-4A91-B642-429A4B352294}" type="datetimeFigureOut">
              <a:rPr lang="es-MX" smtClean="0"/>
              <a:t>03/02/2026</a:t>
            </a:fld>
            <a:endParaRPr lang="es-MX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93217125-ACAC-4D33-B312-2CF41C1670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47307EE1-BA50-4FFE-96E3-EF71B8A6ED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EE24F-8355-4062-BC60-A7D16B04C98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2623877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D483BE-5C17-40C9-9194-8E272AFC1B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58C37FD3-0DA3-4A4D-9AF1-E50982DF4F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C690EA-CEC0-4A91-B642-429A4B352294}" type="datetimeFigureOut">
              <a:rPr lang="es-MX" smtClean="0"/>
              <a:t>03/02/2026</a:t>
            </a:fld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53B09929-EE10-4872-92A9-DFFA02D029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2038D446-26B1-4F39-866B-09EC2D59D3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EE24F-8355-4062-BC60-A7D16B04C98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3578144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155F9B39-919D-4B06-A419-92D300D203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C690EA-CEC0-4A91-B642-429A4B352294}" type="datetimeFigureOut">
              <a:rPr lang="es-MX" smtClean="0"/>
              <a:t>03/02/2026</a:t>
            </a:fld>
            <a:endParaRPr lang="es-MX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BEECDE22-A67A-4902-B8C1-CFE3403BA1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AC9A9AD-2D98-49E3-8925-82B1919DC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EE24F-8355-4062-BC60-A7D16B04C98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8882740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0C3EBA0-F013-4EFE-9E89-23EC831459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65FB47C-F242-425D-B8B1-EB3056D3DD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9D570B8C-DFE9-47D2-8188-B1EC20ECF1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AA14EB1-F083-4488-AC91-851135E407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C690EA-CEC0-4A91-B642-429A4B352294}" type="datetimeFigureOut">
              <a:rPr lang="es-MX" smtClean="0"/>
              <a:t>03/02/2026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169F4FC-EB00-4DEF-BC26-418246B884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A3BE2C7-4676-4102-842E-F19D0262C0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EE24F-8355-4062-BC60-A7D16B04C98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3515588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BDCBC39-1985-49C1-9198-561762C5EC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5D0323C2-2DBE-41C1-ABFB-29E348C750C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D071250-8D7C-4FBF-A51B-2595AD1D75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E451721-E662-44E0-BF6B-2525A048E8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C690EA-CEC0-4A91-B642-429A4B352294}" type="datetimeFigureOut">
              <a:rPr lang="es-MX" smtClean="0"/>
              <a:t>03/02/2026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FF890EC-B444-43A9-82E9-F9B3D805B6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2B034E3-BB3C-4132-92BB-E7AE1D3382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EE24F-8355-4062-BC60-A7D16B04C98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7125691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EF6B31D-096B-4743-9AD9-BEFEA28B7A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CF9F611B-6094-443F-9C8D-62E1D7064E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8373E84-7801-45B2-835B-3042630B8F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C690EA-CEC0-4A91-B642-429A4B352294}" type="datetimeFigureOut">
              <a:rPr lang="es-MX" smtClean="0"/>
              <a:t>03/02/2026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56C85E6-F0EC-4BE0-83BA-D5669E0552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15E1C70-9E68-4BA7-9B53-AAD2E07DF3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EE24F-8355-4062-BC60-A7D16B04C98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919320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6C7609A-351E-40D6-BCFB-937D09E14CD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67D99A09-95BC-4118-AA0F-B5EA1D86D8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6386CBC-1592-4D25-8953-70B9436F78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C690EA-CEC0-4A91-B642-429A4B352294}" type="datetimeFigureOut">
              <a:rPr lang="es-MX" smtClean="0"/>
              <a:t>03/02/2026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BA272E2-AD10-49C1-81A8-FAD5CB19DD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E414FAF-1B6F-4FF0-A555-1DCA20C2AC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EE24F-8355-4062-BC60-A7D16B04C98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7738061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4F6CAB1C-76C0-4624-9650-2DBCCA7DD4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A9B959A-B872-431B-B135-A9F0D96862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ABE6385-DA08-446F-A130-9FAA54917DC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C690EA-CEC0-4A91-B642-429A4B352294}" type="datetimeFigureOut">
              <a:rPr lang="es-MX" smtClean="0"/>
              <a:t>03/02/2026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4B15DCA-96B1-40D4-85C1-B522D981DD2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AB79178-731B-4097-B58C-2DF1243A2D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EEE24F-8355-4062-BC60-A7D16B04C98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163639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7036968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A2D6F2B1-D009-438E-B111-7E64832DC06E}"/>
              </a:ext>
            </a:extLst>
          </p:cNvPr>
          <p:cNvSpPr/>
          <p:nvPr/>
        </p:nvSpPr>
        <p:spPr>
          <a:xfrm>
            <a:off x="5290457" y="1483569"/>
            <a:ext cx="6615404" cy="765110"/>
          </a:xfrm>
          <a:prstGeom prst="roundRect">
            <a:avLst/>
          </a:prstGeom>
          <a:solidFill>
            <a:srgbClr val="6000A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3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TÍTULO DE EJEMPLO</a:t>
            </a:r>
          </a:p>
        </p:txBody>
      </p:sp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DAF89E6C-BC40-4F6E-8966-3916FDD1F9EE}"/>
              </a:ext>
            </a:extLst>
          </p:cNvPr>
          <p:cNvSpPr/>
          <p:nvPr/>
        </p:nvSpPr>
        <p:spPr>
          <a:xfrm>
            <a:off x="5654350" y="1166328"/>
            <a:ext cx="6718041" cy="1782146"/>
          </a:xfrm>
          <a:prstGeom prst="roundRect">
            <a:avLst/>
          </a:prstGeom>
          <a:noFill/>
          <a:ln w="28575">
            <a:solidFill>
              <a:srgbClr val="00E8FC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4053A0C3-70D5-4BBD-B7BE-9625C58524C2}"/>
              </a:ext>
            </a:extLst>
          </p:cNvPr>
          <p:cNvSpPr txBox="1"/>
          <p:nvPr/>
        </p:nvSpPr>
        <p:spPr>
          <a:xfrm>
            <a:off x="6223518" y="2292613"/>
            <a:ext cx="35642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400" b="1" dirty="0">
                <a:solidFill>
                  <a:srgbClr val="6000A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Subtítulo de ejemplo</a:t>
            </a:r>
          </a:p>
        </p:txBody>
      </p:sp>
    </p:spTree>
    <p:extLst>
      <p:ext uri="{BB962C8B-B14F-4D97-AF65-F5344CB8AC3E}">
        <p14:creationId xmlns:p14="http://schemas.microsoft.com/office/powerpoint/2010/main" val="246422457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4696795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74D81C99-BC95-45B6-90A3-3A67B94641DB}"/>
              </a:ext>
            </a:extLst>
          </p:cNvPr>
          <p:cNvSpPr/>
          <p:nvPr/>
        </p:nvSpPr>
        <p:spPr>
          <a:xfrm>
            <a:off x="7136946" y="279399"/>
            <a:ext cx="4833258" cy="382685"/>
          </a:xfrm>
          <a:prstGeom prst="roundRect">
            <a:avLst/>
          </a:prstGeom>
          <a:solidFill>
            <a:srgbClr val="FFC40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Facultad de Ciencias Jurídicas y Humanísticas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33C24D12-4421-4295-8815-E6ADB4984CD4}"/>
              </a:ext>
            </a:extLst>
          </p:cNvPr>
          <p:cNvSpPr txBox="1"/>
          <p:nvPr/>
        </p:nvSpPr>
        <p:spPr>
          <a:xfrm>
            <a:off x="375167" y="1101988"/>
            <a:ext cx="1115960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400" b="1" dirty="0">
                <a:solidFill>
                  <a:srgbClr val="FFC40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Subtítulo de ejemplo</a:t>
            </a:r>
          </a:p>
          <a:p>
            <a:r>
              <a:rPr lang="es-CO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Este es un texto corto de ejemplo</a:t>
            </a:r>
            <a:endParaRPr lang="es-CO" sz="1600" dirty="0">
              <a:solidFill>
                <a:schemeClr val="bg2">
                  <a:lumMod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868414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74D81C99-BC95-45B6-90A3-3A67B94641DB}"/>
              </a:ext>
            </a:extLst>
          </p:cNvPr>
          <p:cNvSpPr/>
          <p:nvPr/>
        </p:nvSpPr>
        <p:spPr>
          <a:xfrm>
            <a:off x="7136946" y="279399"/>
            <a:ext cx="4833258" cy="382685"/>
          </a:xfrm>
          <a:prstGeom prst="roundRect">
            <a:avLst/>
          </a:prstGeom>
          <a:solidFill>
            <a:srgbClr val="FF00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Facultad de Ciencias Jurídicas y Humanísticas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33C24D12-4421-4295-8815-E6ADB4984CD4}"/>
              </a:ext>
            </a:extLst>
          </p:cNvPr>
          <p:cNvSpPr txBox="1"/>
          <p:nvPr/>
        </p:nvSpPr>
        <p:spPr>
          <a:xfrm>
            <a:off x="375167" y="1101988"/>
            <a:ext cx="1115960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400" b="1" dirty="0">
                <a:solidFill>
                  <a:srgbClr val="FF006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Subtítulo de ejemplo</a:t>
            </a:r>
          </a:p>
          <a:p>
            <a:r>
              <a:rPr lang="es-CO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Este es un texto corto de ejemplo</a:t>
            </a:r>
            <a:endParaRPr lang="es-CO" sz="1600" dirty="0">
              <a:solidFill>
                <a:schemeClr val="bg2">
                  <a:lumMod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19101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74D81C99-BC95-45B6-90A3-3A67B94641DB}"/>
              </a:ext>
            </a:extLst>
          </p:cNvPr>
          <p:cNvSpPr/>
          <p:nvPr/>
        </p:nvSpPr>
        <p:spPr>
          <a:xfrm>
            <a:off x="7136946" y="279399"/>
            <a:ext cx="4833258" cy="382685"/>
          </a:xfrm>
          <a:prstGeom prst="roundRect">
            <a:avLst/>
          </a:prstGeom>
          <a:solidFill>
            <a:srgbClr val="6000A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Facultad de Ciencias Jurídicas y Humanísticas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33C24D12-4421-4295-8815-E6ADB4984CD4}"/>
              </a:ext>
            </a:extLst>
          </p:cNvPr>
          <p:cNvSpPr txBox="1"/>
          <p:nvPr/>
        </p:nvSpPr>
        <p:spPr>
          <a:xfrm>
            <a:off x="375167" y="1101988"/>
            <a:ext cx="1115960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400" b="1" dirty="0">
                <a:solidFill>
                  <a:srgbClr val="6000A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Subtítulo de ejemplo</a:t>
            </a:r>
          </a:p>
          <a:p>
            <a:r>
              <a:rPr lang="es-CO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Este es un texto corto de ejemplo</a:t>
            </a:r>
            <a:endParaRPr lang="es-CO" sz="1600" dirty="0">
              <a:solidFill>
                <a:schemeClr val="bg2">
                  <a:lumMod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925051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33C24D12-4421-4295-8815-E6ADB4984CD4}"/>
              </a:ext>
            </a:extLst>
          </p:cNvPr>
          <p:cNvSpPr txBox="1"/>
          <p:nvPr/>
        </p:nvSpPr>
        <p:spPr>
          <a:xfrm>
            <a:off x="2185305" y="281090"/>
            <a:ext cx="953044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400" b="1" dirty="0">
                <a:solidFill>
                  <a:srgbClr val="6000A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Subtítulo de ejemplo</a:t>
            </a:r>
          </a:p>
          <a:p>
            <a:r>
              <a:rPr lang="es-CO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Este es un texto corto de ejemplo</a:t>
            </a:r>
            <a:endParaRPr lang="es-CO" sz="1600" dirty="0">
              <a:solidFill>
                <a:schemeClr val="bg2">
                  <a:lumMod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B3877C69-6626-4314-A3E4-45BF79A44B96}"/>
              </a:ext>
            </a:extLst>
          </p:cNvPr>
          <p:cNvSpPr/>
          <p:nvPr/>
        </p:nvSpPr>
        <p:spPr>
          <a:xfrm>
            <a:off x="0" y="0"/>
            <a:ext cx="2112264" cy="6858000"/>
          </a:xfrm>
          <a:prstGeom prst="rect">
            <a:avLst/>
          </a:prstGeom>
          <a:solidFill>
            <a:srgbClr val="6000A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>
              <a:solidFill>
                <a:srgbClr val="6000AF"/>
              </a:solidFill>
            </a:endParaRP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27DE7DC9-68A4-4D01-AF9F-0B73389833D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572" y="281090"/>
            <a:ext cx="1823384" cy="432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547396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33C24D12-4421-4295-8815-E6ADB4984CD4}"/>
              </a:ext>
            </a:extLst>
          </p:cNvPr>
          <p:cNvSpPr txBox="1"/>
          <p:nvPr/>
        </p:nvSpPr>
        <p:spPr>
          <a:xfrm>
            <a:off x="2185305" y="281090"/>
            <a:ext cx="953044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400" b="1" dirty="0">
                <a:solidFill>
                  <a:srgbClr val="FF006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Subtítulo de ejemplo</a:t>
            </a:r>
          </a:p>
          <a:p>
            <a:r>
              <a:rPr lang="es-CO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Este es un texto corto de ejemplo</a:t>
            </a:r>
            <a:endParaRPr lang="es-CO" sz="1600" dirty="0">
              <a:solidFill>
                <a:schemeClr val="bg2">
                  <a:lumMod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D67079EE-6398-4E07-8E97-8B472583DD41}"/>
              </a:ext>
            </a:extLst>
          </p:cNvPr>
          <p:cNvSpPr/>
          <p:nvPr/>
        </p:nvSpPr>
        <p:spPr>
          <a:xfrm>
            <a:off x="0" y="0"/>
            <a:ext cx="2112264" cy="6858000"/>
          </a:xfrm>
          <a:prstGeom prst="rect">
            <a:avLst/>
          </a:prstGeom>
          <a:solidFill>
            <a:srgbClr val="FF00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C710B719-F718-4F1E-83ED-FF9E6DE1E1E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572" y="281090"/>
            <a:ext cx="1823384" cy="432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48919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1A09E00F-254D-47CC-B232-3D2D7AB2D7D5}"/>
              </a:ext>
            </a:extLst>
          </p:cNvPr>
          <p:cNvSpPr txBox="1"/>
          <p:nvPr/>
        </p:nvSpPr>
        <p:spPr>
          <a:xfrm>
            <a:off x="4221325" y="5818515"/>
            <a:ext cx="33701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4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Este es un texto corto de ejemplo</a:t>
            </a:r>
            <a:endParaRPr lang="es-CO" sz="1200" dirty="0">
              <a:solidFill>
                <a:schemeClr val="bg2">
                  <a:lumMod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6AEAD7A4-2CE2-4487-A2AB-5971A36302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07506" y="1303337"/>
            <a:ext cx="6376988" cy="4251325"/>
          </a:xfrm>
          <a:prstGeom prst="rect">
            <a:avLst/>
          </a:prstGeom>
          <a:ln w="76200"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60D9F4E1-66A2-462A-95DC-AA1BF37A366A}"/>
              </a:ext>
            </a:extLst>
          </p:cNvPr>
          <p:cNvSpPr/>
          <p:nvPr/>
        </p:nvSpPr>
        <p:spPr>
          <a:xfrm>
            <a:off x="3489746" y="5416715"/>
            <a:ext cx="4833258" cy="382685"/>
          </a:xfrm>
          <a:prstGeom prst="roundRect">
            <a:avLst/>
          </a:prstGeom>
          <a:solidFill>
            <a:srgbClr val="6000A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Este es un texto de ejemplo</a:t>
            </a:r>
          </a:p>
        </p:txBody>
      </p:sp>
    </p:spTree>
    <p:extLst>
      <p:ext uri="{BB962C8B-B14F-4D97-AF65-F5344CB8AC3E}">
        <p14:creationId xmlns:p14="http://schemas.microsoft.com/office/powerpoint/2010/main" val="289087998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1A09E00F-254D-47CC-B232-3D2D7AB2D7D5}"/>
              </a:ext>
            </a:extLst>
          </p:cNvPr>
          <p:cNvSpPr txBox="1"/>
          <p:nvPr/>
        </p:nvSpPr>
        <p:spPr>
          <a:xfrm>
            <a:off x="603933" y="1722374"/>
            <a:ext cx="33701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4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Este es un texto corto de ejemplo</a:t>
            </a:r>
            <a:endParaRPr lang="es-CO" sz="1200" dirty="0">
              <a:solidFill>
                <a:schemeClr val="bg2">
                  <a:lumMod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60D9F4E1-66A2-462A-95DC-AA1BF37A366A}"/>
              </a:ext>
            </a:extLst>
          </p:cNvPr>
          <p:cNvSpPr/>
          <p:nvPr/>
        </p:nvSpPr>
        <p:spPr>
          <a:xfrm>
            <a:off x="603933" y="1272553"/>
            <a:ext cx="3607340" cy="382685"/>
          </a:xfrm>
          <a:prstGeom prst="roundRect">
            <a:avLst/>
          </a:prstGeom>
          <a:solidFill>
            <a:srgbClr val="6000A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Este es un texto de ejemplo</a:t>
            </a:r>
          </a:p>
        </p:txBody>
      </p: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03532D84-4C0C-4BD1-BB9A-F96B65B9F8A3}"/>
              </a:ext>
            </a:extLst>
          </p:cNvPr>
          <p:cNvSpPr/>
          <p:nvPr/>
        </p:nvSpPr>
        <p:spPr>
          <a:xfrm>
            <a:off x="603933" y="2405066"/>
            <a:ext cx="3607340" cy="382685"/>
          </a:xfrm>
          <a:prstGeom prst="roundRect">
            <a:avLst/>
          </a:prstGeom>
          <a:solidFill>
            <a:srgbClr val="FF00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Este es un texto de ejemplo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63A7BFA8-44F9-44A0-B685-24FFEB9402AB}"/>
              </a:ext>
            </a:extLst>
          </p:cNvPr>
          <p:cNvSpPr txBox="1"/>
          <p:nvPr/>
        </p:nvSpPr>
        <p:spPr>
          <a:xfrm>
            <a:off x="603933" y="2854889"/>
            <a:ext cx="33701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4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Este es un texto corto de ejemplo</a:t>
            </a:r>
            <a:endParaRPr lang="es-CO" sz="1200" dirty="0">
              <a:solidFill>
                <a:schemeClr val="bg2">
                  <a:lumMod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B45B0B20-9C88-40F3-A01B-CA1F03A4BF9A}"/>
              </a:ext>
            </a:extLst>
          </p:cNvPr>
          <p:cNvSpPr/>
          <p:nvPr/>
        </p:nvSpPr>
        <p:spPr>
          <a:xfrm>
            <a:off x="603933" y="3581096"/>
            <a:ext cx="3607340" cy="382685"/>
          </a:xfrm>
          <a:prstGeom prst="roundRect">
            <a:avLst/>
          </a:prstGeom>
          <a:solidFill>
            <a:srgbClr val="FFC40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Este es un texto de ejemplo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F1F0A74D-CD6D-42AB-A502-A6B3F8C5E0E7}"/>
              </a:ext>
            </a:extLst>
          </p:cNvPr>
          <p:cNvSpPr txBox="1"/>
          <p:nvPr/>
        </p:nvSpPr>
        <p:spPr>
          <a:xfrm>
            <a:off x="603933" y="4074451"/>
            <a:ext cx="33701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4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Este es un texto corto de ejemplo</a:t>
            </a:r>
            <a:endParaRPr lang="es-CO" sz="1200" dirty="0">
              <a:solidFill>
                <a:schemeClr val="bg2">
                  <a:lumMod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ectángulo: esquinas redondeadas 10">
            <a:extLst>
              <a:ext uri="{FF2B5EF4-FFF2-40B4-BE49-F238E27FC236}">
                <a16:creationId xmlns:a16="http://schemas.microsoft.com/office/drawing/2014/main" id="{0CD2237A-23B5-42B7-BE65-EB02506BF672}"/>
              </a:ext>
            </a:extLst>
          </p:cNvPr>
          <p:cNvSpPr/>
          <p:nvPr/>
        </p:nvSpPr>
        <p:spPr>
          <a:xfrm>
            <a:off x="603933" y="4757126"/>
            <a:ext cx="3607340" cy="382685"/>
          </a:xfrm>
          <a:prstGeom prst="roundRect">
            <a:avLst/>
          </a:prstGeom>
          <a:solidFill>
            <a:srgbClr val="00E8F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Este es un texto de ejemplo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8E4C8E16-6481-4DC3-8A83-35443097514E}"/>
              </a:ext>
            </a:extLst>
          </p:cNvPr>
          <p:cNvSpPr txBox="1"/>
          <p:nvPr/>
        </p:nvSpPr>
        <p:spPr>
          <a:xfrm>
            <a:off x="603933" y="5250183"/>
            <a:ext cx="33701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4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Este es un texto corto de ejemplo</a:t>
            </a:r>
            <a:endParaRPr lang="es-CO" sz="1200" dirty="0">
              <a:solidFill>
                <a:schemeClr val="bg2">
                  <a:lumMod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591940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6551101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Tema1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ma1" id="{A333DF87-7FE0-4276-9FA6-ECBA809AAB64}" vid="{4DA37D65-3821-4F4C-8EB2-421F3A4A113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238</TotalTime>
  <Words>139</Words>
  <Application>Microsoft Office PowerPoint</Application>
  <PresentationFormat>Panorámica</PresentationFormat>
  <Paragraphs>25</Paragraphs>
  <Slides>11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6" baseType="lpstr">
      <vt:lpstr>Arial</vt:lpstr>
      <vt:lpstr>Arial Black</vt:lpstr>
      <vt:lpstr>Calibri</vt:lpstr>
      <vt:lpstr>Calibri Light</vt:lpstr>
      <vt:lpstr>Tema1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Cristian Andres Millan Ramirez</dc:creator>
  <cp:lastModifiedBy>VICTOR ALFONSO RAMIREZ FRANCO</cp:lastModifiedBy>
  <cp:revision>20</cp:revision>
  <dcterms:created xsi:type="dcterms:W3CDTF">2023-07-18T15:14:30Z</dcterms:created>
  <dcterms:modified xsi:type="dcterms:W3CDTF">2026-02-03T16:01:18Z</dcterms:modified>
</cp:coreProperties>
</file>